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9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Introduction &amp; Identity</a:t>
            </a:r>
            <a:br>
              <a:rPr lang="en-US" b="1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Name</a:t>
            </a:r>
            <a:r>
              <a:rPr lang="en-US" b="1"/>
              <a:t>:</a:t>
            </a:r>
            <a:r>
              <a:rPr lang="en-US"/>
              <a:t> Marion Mwikali Kinyamasyo, born November 29, 2001.</a:t>
            </a:r>
          </a:p>
          <a:p>
            <a:r>
              <a:rPr lang="en-US" b="1"/>
              <a:t>Roots:</a:t>
            </a:r>
            <a:r>
              <a:rPr lang="en-US"/>
              <a:t> Proudly raised in the culturally rich and resilient landscapes of Kitui County, Kenya.</a:t>
            </a:r>
          </a:p>
          <a:p>
            <a:r>
              <a:rPr lang="en-US" b="1"/>
              <a:t>Core Identity:</a:t>
            </a:r>
            <a:r>
              <a:rPr lang="en-US"/>
              <a:t> A determined and disciplined individual shaped by a large, loving family.</a:t>
            </a:r>
          </a:p>
          <a:p>
            <a:r>
              <a:rPr lang="en-US" b="1"/>
              <a:t>Early Lessons:</a:t>
            </a:r>
            <a:r>
              <a:rPr lang="en-US"/>
              <a:t> Life as the 8th of 10 children taught patience, cooperation, and the value of hard work.</a:t>
            </a:r>
          </a:p>
          <a:p>
            <a:r>
              <a:rPr lang="en-US" b="1"/>
              <a:t>The Foundation:</a:t>
            </a:r>
            <a:r>
              <a:rPr lang="en-US"/>
              <a:t> Parents instilled a deep respect for personal integrity and the transformative power of education.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62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The Gift of Support &amp; Mentorship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A </a:t>
            </a:r>
            <a:r>
              <a:rPr lang="en-US" b="1"/>
              <a:t>Vital Benefactor:</a:t>
            </a:r>
            <a:r>
              <a:rPr lang="en-US"/>
              <a:t> My uncle sponsored my entire education journey, from primary school through university.</a:t>
            </a:r>
          </a:p>
          <a:p>
            <a:r>
              <a:rPr lang="en-US" b="1"/>
              <a:t>Paving the Way:</a:t>
            </a:r>
            <a:r>
              <a:rPr lang="en-US"/>
              <a:t> Proudly became the first daughter in my extended family to attend university.</a:t>
            </a:r>
          </a:p>
          <a:p>
            <a:r>
              <a:rPr lang="en-US" b="1"/>
              <a:t>Guided by Excellence:</a:t>
            </a:r>
            <a:r>
              <a:rPr lang="en-US"/>
              <a:t> Inspired by cousins who served as professional role models and success stories.</a:t>
            </a:r>
          </a:p>
          <a:p>
            <a:r>
              <a:rPr lang="en-US" b="1"/>
              <a:t>Nurturing Environment:</a:t>
            </a:r>
            <a:r>
              <a:rPr lang="en-US"/>
              <a:t> Christmas gatherings at my uncle’s home were hubs of encouragement and hope.</a:t>
            </a:r>
          </a:p>
          <a:p>
            <a:r>
              <a:rPr lang="en-US" b="1"/>
              <a:t>Resources for Success:</a:t>
            </a:r>
            <a:r>
              <a:rPr lang="en-US"/>
              <a:t> My uncle ensured I never lacked revision books or the materials needed to excel.</a:t>
            </a:r>
          </a:p>
        </p:txBody>
      </p:sp>
    </p:spTree>
    <p:extLst>
      <p:ext uri="{BB962C8B-B14F-4D97-AF65-F5344CB8AC3E}">
        <p14:creationId xmlns:p14="http://schemas.microsoft.com/office/powerpoint/2010/main" val="363064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Primary Education: Ngengi Primary School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Academic </a:t>
            </a:r>
            <a:r>
              <a:rPr lang="en-US" b="1"/>
              <a:t>Excellence:</a:t>
            </a:r>
            <a:r>
              <a:rPr lang="en-US"/>
              <a:t> Consistently ranked as the top pupil, excelling in almost every subject.</a:t>
            </a:r>
          </a:p>
          <a:p>
            <a:r>
              <a:rPr lang="en-US" b="1"/>
              <a:t>Spirit of Collaboration:</a:t>
            </a:r>
            <a:r>
              <a:rPr lang="en-US"/>
              <a:t> Enjoyed tutoring classmates, believing education is a shared journey.</a:t>
            </a:r>
          </a:p>
          <a:p>
            <a:r>
              <a:rPr lang="en-US" b="1"/>
              <a:t>Overcoming Constraints:</a:t>
            </a:r>
            <a:r>
              <a:rPr lang="en-US"/>
              <a:t> Thrived despite limited resources, overcrowded classrooms, and lack of electricity.</a:t>
            </a:r>
          </a:p>
          <a:p>
            <a:r>
              <a:rPr lang="en-US" b="1"/>
              <a:t>Strong Foundations:</a:t>
            </a:r>
            <a:r>
              <a:rPr lang="en-US"/>
              <a:t> Developed a love for Mathematics and Science, fueling a logical and critical mind.</a:t>
            </a:r>
          </a:p>
          <a:p>
            <a:r>
              <a:rPr lang="en-US" b="1"/>
              <a:t>Milestone Achievement:</a:t>
            </a:r>
            <a:r>
              <a:rPr lang="en-US"/>
              <a:t> Scored 387/500 in the KCPE, earning a spot in a prestigious national school.</a:t>
            </a:r>
          </a:p>
        </p:txBody>
      </p:sp>
    </p:spTree>
    <p:extLst>
      <p:ext uri="{BB962C8B-B14F-4D97-AF65-F5344CB8AC3E}">
        <p14:creationId xmlns:p14="http://schemas.microsoft.com/office/powerpoint/2010/main" val="1477093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High School Years: St. Annes Muthale Girls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National </a:t>
            </a:r>
            <a:r>
              <a:rPr lang="en-US" b="1"/>
              <a:t>Excellence:</a:t>
            </a:r>
            <a:r>
              <a:rPr lang="en-US"/>
              <a:t> Attended the only national girls' school in Kitui County, surrounded by top-tier talent.</a:t>
            </a:r>
          </a:p>
          <a:p>
            <a:r>
              <a:rPr lang="en-US" b="1"/>
              <a:t>Business Passion:</a:t>
            </a:r>
            <a:r>
              <a:rPr lang="en-US"/>
              <a:t> Discovered a deep interest in Business Studies, entrepreneurship, and economic principles.</a:t>
            </a:r>
          </a:p>
          <a:p>
            <a:r>
              <a:rPr lang="en-US" b="1"/>
              <a:t>Competitive Edge:</a:t>
            </a:r>
            <a:r>
              <a:rPr lang="en-US"/>
              <a:t> Participated in business contests to sharpen real-world problem-solving skills.</a:t>
            </a:r>
          </a:p>
          <a:p>
            <a:r>
              <a:rPr lang="en-US" b="1"/>
              <a:t>Holistic Growth:</a:t>
            </a:r>
            <a:r>
              <a:rPr lang="en-US"/>
              <a:t> Served as a class prefect, developing leadership, organization, and communication skills.</a:t>
            </a:r>
          </a:p>
          <a:p>
            <a:r>
              <a:rPr lang="en-US" b="1"/>
              <a:t>Spiritual Anchor:</a:t>
            </a:r>
            <a:r>
              <a:rPr lang="en-US"/>
              <a:t> Faith and weekly church attendance provided strength and a compass for integrity.</a:t>
            </a:r>
          </a:p>
        </p:txBody>
      </p:sp>
    </p:spTree>
    <p:extLst>
      <p:ext uri="{BB962C8B-B14F-4D97-AF65-F5344CB8AC3E}">
        <p14:creationId xmlns:p14="http://schemas.microsoft.com/office/powerpoint/2010/main" val="1602871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Resilience Amidst Challenges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smtClean="0"/>
              <a:t>Self-Discipline</a:t>
            </a:r>
            <a:r>
              <a:rPr lang="en-US" b="1"/>
              <a:t>:</a:t>
            </a:r>
            <a:r>
              <a:rPr lang="en-US"/>
              <a:t> Adopted a routine of waking up before dawn to study and bridge resource gaps.</a:t>
            </a:r>
          </a:p>
          <a:p>
            <a:r>
              <a:rPr lang="en-US" b="1"/>
              <a:t>Navigating Pressures:</a:t>
            </a:r>
            <a:r>
              <a:rPr lang="en-US"/>
              <a:t> Remained focused on goals despite social pressures and advances from men.</a:t>
            </a:r>
          </a:p>
          <a:p>
            <a:r>
              <a:rPr lang="en-US" b="1"/>
              <a:t>Health Awareness:</a:t>
            </a:r>
            <a:r>
              <a:rPr lang="en-US"/>
              <a:t> Stayed vigilant regarding the risks of early pregnancy and STIs to protect my future.</a:t>
            </a:r>
          </a:p>
          <a:p>
            <a:r>
              <a:rPr lang="en-US" b="1"/>
              <a:t>Overcoming Self-Doubt:</a:t>
            </a:r>
            <a:r>
              <a:rPr lang="en-US"/>
              <a:t> Conquered moments of insecurity by embracing a "growth mindset."</a:t>
            </a:r>
          </a:p>
          <a:p>
            <a:r>
              <a:rPr lang="en-US" b="1"/>
              <a:t>Teacher Mentorship:</a:t>
            </a:r>
            <a:r>
              <a:rPr lang="en-US"/>
              <a:t> Benefited from a class teacher who consistently motivated me to aim higher.</a:t>
            </a:r>
          </a:p>
          <a:p>
            <a:pPr marL="0" indent="0"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93193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Higher Education: Dedan Kimathi University (DeKUT)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The </a:t>
            </a:r>
            <a:r>
              <a:rPr lang="en-US" b="1"/>
              <a:t>Big Leap:</a:t>
            </a:r>
            <a:r>
              <a:rPr lang="en-US"/>
              <a:t> Enrolled in 2022 for a Bachelor of Business Information Technology (BBIT).</a:t>
            </a:r>
          </a:p>
          <a:p>
            <a:r>
              <a:rPr lang="en-US" b="1"/>
              <a:t>Strategic Choice:</a:t>
            </a:r>
            <a:r>
              <a:rPr lang="en-US"/>
              <a:t> Chose BBIT to merge my fascination with technology with practical business acumen.</a:t>
            </a:r>
          </a:p>
          <a:p>
            <a:r>
              <a:rPr lang="en-US" b="1"/>
              <a:t>Technical Toolkit:</a:t>
            </a:r>
            <a:r>
              <a:rPr lang="en-US"/>
              <a:t> Gaining expertise in programming, database management, networking, and mobile apps.</a:t>
            </a:r>
          </a:p>
          <a:p>
            <a:r>
              <a:rPr lang="en-US" b="1"/>
              <a:t>Critical Thinking:</a:t>
            </a:r>
            <a:r>
              <a:rPr lang="en-US"/>
              <a:t> University life shifted my focus from passing exams to solving complex real-world problems.</a:t>
            </a:r>
          </a:p>
          <a:p>
            <a:r>
              <a:rPr lang="en-US" b="1"/>
              <a:t>Specialization:</a:t>
            </a:r>
            <a:r>
              <a:rPr lang="en-US"/>
              <a:t> Focusing on Web Development as a tool for innovation and digital connectivity.</a:t>
            </a:r>
          </a:p>
        </p:txBody>
      </p:sp>
    </p:spTree>
    <p:extLst>
      <p:ext uri="{BB962C8B-B14F-4D97-AF65-F5344CB8AC3E}">
        <p14:creationId xmlns:p14="http://schemas.microsoft.com/office/powerpoint/2010/main" val="2812691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Professional Experience &amp; Internships</a:t>
            </a:r>
            <a:br>
              <a:rPr lang="en-US" b="1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smtClean="0"/>
              <a:t>Professional Bridging </a:t>
            </a:r>
            <a:r>
              <a:rPr lang="en-US" b="1"/>
              <a:t>the Gap:</a:t>
            </a:r>
            <a:r>
              <a:rPr lang="en-US"/>
              <a:t> Used internships to apply theoretical classroom knowledge to industry practice.</a:t>
            </a:r>
          </a:p>
          <a:p>
            <a:r>
              <a:rPr lang="en-US" b="1"/>
              <a:t>DeKUT Attachment:</a:t>
            </a:r>
            <a:r>
              <a:rPr lang="en-US"/>
              <a:t> Gained hands-on experience in software development, hardware maintenance, and networking.</a:t>
            </a:r>
          </a:p>
          <a:p>
            <a:r>
              <a:rPr lang="en-US" b="1"/>
              <a:t>Aimsoft Limited (Nairobi):</a:t>
            </a:r>
            <a:r>
              <a:rPr lang="en-US"/>
              <a:t> Deepened skills in Web Development, specifically using the Laravel framework.</a:t>
            </a:r>
          </a:p>
          <a:p>
            <a:r>
              <a:rPr lang="en-US" b="1"/>
              <a:t>Systems Testing:</a:t>
            </a:r>
            <a:r>
              <a:rPr lang="en-US"/>
              <a:t> Learned the rigors of database management and professional system testing protocols.</a:t>
            </a:r>
          </a:p>
          <a:p>
            <a:r>
              <a:rPr lang="en-US" b="1"/>
              <a:t>Work Ethic:</a:t>
            </a:r>
            <a:r>
              <a:rPr lang="en-US"/>
              <a:t> Developed professional soft skills, including teamwork and workplace </a:t>
            </a:r>
            <a:r>
              <a:rPr lang="en-US"/>
              <a:t>communication</a:t>
            </a:r>
            <a:r>
              <a:rPr lang="en-US" smtClean="0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77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 </a:t>
            </a:r>
            <a:r>
              <a:rPr lang="en-US" b="1"/>
              <a:t>Personal Values &amp; Hobbies</a:t>
            </a:r>
            <a:endParaRPr lang="en-US" b="1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86440" y="2863193"/>
            <a:ext cx="976341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Pillars: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Integrity, discipline, and self-motivation are the foundations of my character.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Gardening: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therapeutic hobby that teaches patience and the beauty of gradual growth.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Lifelong Learning: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Passionate about reading publications on emerging tech and global business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Active Lifestyle: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Bike riding provides a sense of freedom, physical health, and mental clarity.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Innovation Mindset: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Constant curiosity drives me to research how technology can solve social issues.</a:t>
            </a:r>
          </a:p>
        </p:txBody>
      </p:sp>
    </p:spTree>
    <p:extLst>
      <p:ext uri="{BB962C8B-B14F-4D97-AF65-F5344CB8AC3E}">
        <p14:creationId xmlns:p14="http://schemas.microsoft.com/office/powerpoint/2010/main" val="3710068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Future Aspirations &amp; Vision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Tech </a:t>
            </a:r>
            <a:r>
              <a:rPr lang="en-US" b="1"/>
              <a:t>for Good:</a:t>
            </a:r>
            <a:r>
              <a:rPr lang="en-US"/>
              <a:t> Aiming to create meaningful digital solutions that promote inclusivity and development.</a:t>
            </a:r>
          </a:p>
          <a:p>
            <a:r>
              <a:rPr lang="en-US" b="1"/>
              <a:t>Trailblazing:</a:t>
            </a:r>
            <a:r>
              <a:rPr lang="en-US"/>
              <a:t> Committed to being a role model for young girls from rural backgrounds.</a:t>
            </a:r>
          </a:p>
          <a:p>
            <a:r>
              <a:rPr lang="en-US" b="1"/>
              <a:t>Professional Ethics:</a:t>
            </a:r>
            <a:r>
              <a:rPr lang="en-US"/>
              <a:t> Dedication to lifelong learning and maintaining the highest ethical standards in IT.</a:t>
            </a:r>
          </a:p>
          <a:p>
            <a:r>
              <a:rPr lang="en-US" b="1"/>
              <a:t>Community Impact:</a:t>
            </a:r>
            <a:r>
              <a:rPr lang="en-US"/>
              <a:t> Looking to leverage innovation to improve lives in Kitui and beyond.</a:t>
            </a:r>
          </a:p>
          <a:p>
            <a:r>
              <a:rPr lang="en-US" b="1"/>
              <a:t>Final Reflection:</a:t>
            </a:r>
            <a:r>
              <a:rPr lang="en-US"/>
              <a:t> A journey proving that with perseverance and support, no dream is out of reach.</a:t>
            </a:r>
          </a:p>
        </p:txBody>
      </p:sp>
    </p:spTree>
    <p:extLst>
      <p:ext uri="{BB962C8B-B14F-4D97-AF65-F5344CB8AC3E}">
        <p14:creationId xmlns:p14="http://schemas.microsoft.com/office/powerpoint/2010/main" val="3464850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2709</TotalTime>
  <Words>788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Introduction &amp; Identity </vt:lpstr>
      <vt:lpstr>The Gift of Support &amp; Mentorship</vt:lpstr>
      <vt:lpstr>Primary Education: Ngengi Primary School</vt:lpstr>
      <vt:lpstr>High School Years: St. Annes Muthale Girls</vt:lpstr>
      <vt:lpstr>Resilience Amidst Challenges</vt:lpstr>
      <vt:lpstr>Higher Education: Dedan Kimathi University (DeKUT)</vt:lpstr>
      <vt:lpstr>Professional Experience &amp; Internships </vt:lpstr>
      <vt:lpstr> Personal Values &amp; Hobbies</vt:lpstr>
      <vt:lpstr>Future Aspirations &amp; Vision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Autobiographical of Marion Mwikali Kinyamasyo</dc:title>
  <dc:creator>Marion kinyamasyo</dc:creator>
  <cp:lastModifiedBy>Marion kinyamasyo</cp:lastModifiedBy>
  <cp:revision>4</cp:revision>
  <dcterms:created xsi:type="dcterms:W3CDTF">2026-01-06T14:48:11Z</dcterms:created>
  <dcterms:modified xsi:type="dcterms:W3CDTF">2026-01-26T09:43:15Z</dcterms:modified>
</cp:coreProperties>
</file>