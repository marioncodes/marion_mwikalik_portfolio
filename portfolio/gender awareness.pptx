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5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0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4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0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1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5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9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0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8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73937-778B-4071-88EC-93A6206C1CE3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BFE0F-D4F4-4483-883E-A60CE6E27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8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GENDER AWARENESS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3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1104" y="1646863"/>
            <a:ext cx="109026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leadership is part of African heritage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Practiced for generations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Guides community 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peace and 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Shapes social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Influences gender relations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social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community development</a:t>
            </a:r>
          </a:p>
        </p:txBody>
      </p:sp>
    </p:spTree>
    <p:extLst>
      <p:ext uri="{BB962C8B-B14F-4D97-AF65-F5344CB8AC3E}">
        <p14:creationId xmlns:p14="http://schemas.microsoft.com/office/powerpoint/2010/main" val="423496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African Traditional Leadership</a:t>
            </a:r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Indigenous system of leadership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Community-based governance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 by chiefs and elders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Supported by councils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customs and norms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Collective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Authority recognized by society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Varies across communities</a:t>
            </a:r>
          </a:p>
        </p:txBody>
      </p:sp>
    </p:spTree>
    <p:extLst>
      <p:ext uri="{BB962C8B-B14F-4D97-AF65-F5344CB8AC3E}">
        <p14:creationId xmlns:p14="http://schemas.microsoft.com/office/powerpoint/2010/main" val="101508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Importance of Traditional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Preserves cultural traditions</a:t>
            </a:r>
          </a:p>
          <a:p>
            <a:r>
              <a:rPr lang="en-US" smtClean="0"/>
              <a:t>Maintains law and order</a:t>
            </a:r>
          </a:p>
          <a:p>
            <a:r>
              <a:rPr lang="en-US" smtClean="0"/>
              <a:t>Resolves community conflicts</a:t>
            </a:r>
          </a:p>
          <a:p>
            <a:r>
              <a:rPr lang="en-US" smtClean="0"/>
              <a:t>Promotes moral values</a:t>
            </a:r>
          </a:p>
          <a:p>
            <a:r>
              <a:rPr lang="en-US" smtClean="0"/>
              <a:t>Encourages social responsibility</a:t>
            </a:r>
          </a:p>
          <a:p>
            <a:r>
              <a:rPr lang="en-US" smtClean="0"/>
              <a:t>Protects community interests</a:t>
            </a:r>
          </a:p>
          <a:p>
            <a:r>
              <a:rPr lang="en-US" smtClean="0"/>
              <a:t>Strengthens unity</a:t>
            </a:r>
          </a:p>
          <a:p>
            <a:r>
              <a:rPr lang="en-US" smtClean="0"/>
              <a:t>Enhances social stability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7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Gender Roles in Traditional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Leadership traditionally male-dominated</a:t>
            </a:r>
          </a:p>
          <a:p>
            <a:r>
              <a:rPr lang="en-US" smtClean="0"/>
              <a:t>Men held decision-making roles</a:t>
            </a:r>
          </a:p>
          <a:p>
            <a:r>
              <a:rPr lang="en-US" smtClean="0"/>
              <a:t>Women played supportive roles</a:t>
            </a:r>
          </a:p>
          <a:p>
            <a:r>
              <a:rPr lang="en-US" smtClean="0"/>
              <a:t>Women acted as advisors</a:t>
            </a:r>
          </a:p>
          <a:p>
            <a:r>
              <a:rPr lang="en-US" smtClean="0"/>
              <a:t>Cultural beliefs shaped roles</a:t>
            </a:r>
          </a:p>
          <a:p>
            <a:r>
              <a:rPr lang="en-US" smtClean="0"/>
              <a:t>Limited female representation</a:t>
            </a:r>
          </a:p>
          <a:p>
            <a:r>
              <a:rPr lang="en-US" smtClean="0"/>
              <a:t>Gender imbalance existed</a:t>
            </a:r>
          </a:p>
          <a:p>
            <a:r>
              <a:rPr lang="en-US" smtClean="0"/>
              <a:t>Inequality challenges emerged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41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Gender Awareness</a:t>
            </a:r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 of gender differences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Respect for all genders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Promotion of equal rights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treatment in leadership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Inclusion in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 of gender rights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of discrimination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social justice</a:t>
            </a:r>
          </a:p>
        </p:txBody>
      </p:sp>
    </p:spTree>
    <p:extLst>
      <p:ext uri="{BB962C8B-B14F-4D97-AF65-F5344CB8AC3E}">
        <p14:creationId xmlns:p14="http://schemas.microsoft.com/office/powerpoint/2010/main" val="2364616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Progress in Women’s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Increased women leadership roles</a:t>
            </a:r>
          </a:p>
          <a:p>
            <a:r>
              <a:rPr lang="en-US" smtClean="0"/>
              <a:t>Women becoming chiefs</a:t>
            </a:r>
          </a:p>
          <a:p>
            <a:r>
              <a:rPr lang="en-US" smtClean="0"/>
              <a:t>Female elders gaining recognition</a:t>
            </a:r>
          </a:p>
          <a:p>
            <a:r>
              <a:rPr lang="en-US" smtClean="0"/>
              <a:t>Inclusion in councils</a:t>
            </a:r>
          </a:p>
          <a:p>
            <a:r>
              <a:rPr lang="en-US" smtClean="0"/>
              <a:t>Advocacy for gender equality</a:t>
            </a:r>
          </a:p>
          <a:p>
            <a:r>
              <a:rPr lang="en-US" smtClean="0"/>
              <a:t>Cultural reforms underway</a:t>
            </a:r>
          </a:p>
          <a:p>
            <a:r>
              <a:rPr lang="en-US" smtClean="0"/>
              <a:t>Education empowering women</a:t>
            </a:r>
          </a:p>
          <a:p>
            <a:r>
              <a:rPr lang="en-US" smtClean="0"/>
              <a:t>Community acceptance growing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Impact of Gender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Promotes fairness in leadership</a:t>
            </a:r>
          </a:p>
          <a:p>
            <a:r>
              <a:rPr lang="en-US" smtClean="0"/>
              <a:t>Improves representation</a:t>
            </a:r>
          </a:p>
          <a:p>
            <a:r>
              <a:rPr lang="en-US" smtClean="0"/>
              <a:t>Strengthens women’s voices</a:t>
            </a:r>
          </a:p>
          <a:p>
            <a:r>
              <a:rPr lang="en-US" smtClean="0"/>
              <a:t>Reduces gender bias</a:t>
            </a:r>
          </a:p>
          <a:p>
            <a:r>
              <a:rPr lang="en-US" smtClean="0"/>
              <a:t>Encourages equal opportunities</a:t>
            </a:r>
          </a:p>
          <a:p>
            <a:r>
              <a:rPr lang="en-US" smtClean="0"/>
              <a:t>Enhances decision quality</a:t>
            </a:r>
          </a:p>
          <a:p>
            <a:r>
              <a:rPr lang="en-US" smtClean="0"/>
              <a:t>Builds trust</a:t>
            </a:r>
          </a:p>
          <a:p>
            <a:r>
              <a:rPr lang="en-US" smtClean="0"/>
              <a:t>Supports inclusive governance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0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Effect on Social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Inclusive leadership promotes unity</a:t>
            </a:r>
          </a:p>
          <a:p>
            <a:r>
              <a:rPr lang="en-US" smtClean="0"/>
              <a:t>Encourages mutual respect</a:t>
            </a:r>
          </a:p>
          <a:p>
            <a:r>
              <a:rPr lang="en-US" smtClean="0"/>
              <a:t>Reduces conflicts</a:t>
            </a:r>
          </a:p>
          <a:p>
            <a:r>
              <a:rPr lang="en-US" smtClean="0"/>
              <a:t>Strengthens cooperation</a:t>
            </a:r>
          </a:p>
          <a:p>
            <a:r>
              <a:rPr lang="en-US" smtClean="0"/>
              <a:t>Builds shared responsibility</a:t>
            </a:r>
          </a:p>
          <a:p>
            <a:r>
              <a:rPr lang="en-US" smtClean="0"/>
              <a:t>Promotes peace</a:t>
            </a:r>
          </a:p>
          <a:p>
            <a:r>
              <a:rPr lang="en-US" smtClean="0"/>
              <a:t>Supports development initiatives</a:t>
            </a:r>
          </a:p>
          <a:p>
            <a:r>
              <a:rPr lang="en-US" smtClean="0"/>
              <a:t>Enhances social harmony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8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Resistance to change</a:t>
            </a:r>
          </a:p>
          <a:p>
            <a:r>
              <a:rPr lang="en-US" smtClean="0"/>
              <a:t>Strong traditional beliefs</a:t>
            </a:r>
          </a:p>
          <a:p>
            <a:r>
              <a:rPr lang="en-US" smtClean="0"/>
              <a:t>Limited gender education</a:t>
            </a:r>
          </a:p>
          <a:p>
            <a:r>
              <a:rPr lang="en-US" smtClean="0"/>
              <a:t>Cultural stereotypes</a:t>
            </a:r>
          </a:p>
          <a:p>
            <a:r>
              <a:rPr lang="en-US" smtClean="0"/>
              <a:t>Male-dominated structures</a:t>
            </a:r>
          </a:p>
          <a:p>
            <a:r>
              <a:rPr lang="en-US" smtClean="0"/>
              <a:t>Lack of awareness programs</a:t>
            </a:r>
          </a:p>
          <a:p>
            <a:r>
              <a:rPr lang="en-US" smtClean="0"/>
              <a:t>Slow policy implementation</a:t>
            </a:r>
          </a:p>
          <a:p>
            <a:r>
              <a:rPr lang="en-US" smtClean="0"/>
              <a:t>Community opposition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8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Promote gender education</a:t>
            </a:r>
          </a:p>
          <a:p>
            <a:r>
              <a:rPr lang="en-US" smtClean="0"/>
              <a:t>Encourage cultural dialogue</a:t>
            </a:r>
          </a:p>
          <a:p>
            <a:r>
              <a:rPr lang="en-US" smtClean="0"/>
              <a:t>Train traditional leaders</a:t>
            </a:r>
          </a:p>
          <a:p>
            <a:r>
              <a:rPr lang="en-US" smtClean="0"/>
              <a:t>Support women leadership</a:t>
            </a:r>
          </a:p>
          <a:p>
            <a:r>
              <a:rPr lang="en-US" smtClean="0"/>
              <a:t>Balance tradition and equality</a:t>
            </a:r>
          </a:p>
          <a:p>
            <a:r>
              <a:rPr lang="en-US" smtClean="0"/>
              <a:t>Strengthen awareness campaigns</a:t>
            </a:r>
          </a:p>
          <a:p>
            <a:r>
              <a:rPr lang="en-US" smtClean="0"/>
              <a:t>Develop inclusive policies</a:t>
            </a:r>
          </a:p>
          <a:p>
            <a:r>
              <a:rPr lang="en-US" smtClean="0"/>
              <a:t>Empower community members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6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Traditional leadership remains vital</a:t>
            </a:r>
          </a:p>
          <a:p>
            <a:r>
              <a:rPr lang="en-US" smtClean="0"/>
              <a:t>Culture shapes leadership systems</a:t>
            </a:r>
          </a:p>
          <a:p>
            <a:r>
              <a:rPr lang="en-US" smtClean="0"/>
              <a:t>Gender awareness is necessary</a:t>
            </a:r>
          </a:p>
          <a:p>
            <a:r>
              <a:rPr lang="en-US" smtClean="0"/>
              <a:t>Equality strengthens leadership</a:t>
            </a:r>
          </a:p>
          <a:p>
            <a:r>
              <a:rPr lang="en-US" smtClean="0"/>
              <a:t>Inclusion promotes fairness</a:t>
            </a:r>
          </a:p>
          <a:p>
            <a:r>
              <a:rPr lang="en-US" smtClean="0"/>
              <a:t>Social cohesion improves unity</a:t>
            </a:r>
          </a:p>
          <a:p>
            <a:r>
              <a:rPr lang="en-US" smtClean="0"/>
              <a:t>Tradition and progress must coexist</a:t>
            </a:r>
          </a:p>
          <a:p>
            <a:r>
              <a:rPr lang="en-US" smtClean="0"/>
              <a:t>Sustainable development is achievable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2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322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GENDER AWARENESS</vt:lpstr>
      <vt:lpstr>Introduction</vt:lpstr>
      <vt:lpstr>African Traditional Leadership</vt:lpstr>
      <vt:lpstr>Importance of Traditional Leadership</vt:lpstr>
      <vt:lpstr>Gender Roles in Traditional Leadership</vt:lpstr>
      <vt:lpstr>Gender Awareness</vt:lpstr>
      <vt:lpstr>Progress in Women’s Participation</vt:lpstr>
      <vt:lpstr>Impact of Gender Awareness</vt:lpstr>
      <vt:lpstr>Effect on Social Cohesion</vt:lpstr>
      <vt:lpstr>Challenges</vt:lpstr>
      <vt:lpstr>Way Forward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Marion kinyamasyo</dc:creator>
  <cp:lastModifiedBy>Marion kinyamasyo</cp:lastModifiedBy>
  <cp:revision>3</cp:revision>
  <dcterms:created xsi:type="dcterms:W3CDTF">2026-01-18T20:29:17Z</dcterms:created>
  <dcterms:modified xsi:type="dcterms:W3CDTF">2026-01-26T09:31:18Z</dcterms:modified>
</cp:coreProperties>
</file>