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7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7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2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4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0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6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3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4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4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7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B1393-FE12-42BA-9858-DF611B0FE75F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FFEA3-417A-49DB-8422-64D8AC7B5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INNOVATION:DEKUT EXTERNAL ATTACHMENT MANAGEMENT 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Industrial attachment is mandatory in universities</a:t>
            </a:r>
          </a:p>
          <a:p>
            <a:r>
              <a:rPr lang="en-US" smtClean="0"/>
              <a:t>Enhances practical skills</a:t>
            </a:r>
          </a:p>
          <a:p>
            <a:r>
              <a:rPr lang="en-US" smtClean="0"/>
              <a:t>Exposes students to real work environments</a:t>
            </a:r>
          </a:p>
          <a:p>
            <a:r>
              <a:rPr lang="en-US" smtClean="0"/>
              <a:t>Links theory to practice</a:t>
            </a:r>
          </a:p>
          <a:p>
            <a:r>
              <a:rPr lang="en-US" smtClean="0"/>
              <a:t>Traditional systems are manual</a:t>
            </a:r>
          </a:p>
          <a:p>
            <a:r>
              <a:rPr lang="en-US" smtClean="0"/>
              <a:t>Manual systems are inefficient</a:t>
            </a:r>
          </a:p>
          <a:p>
            <a:r>
              <a:rPr lang="en-US" smtClean="0"/>
              <a:t>Increased administrative challenges</a:t>
            </a:r>
          </a:p>
          <a:p>
            <a:r>
              <a:rPr lang="en-US" smtClean="0"/>
              <a:t>Need for digital innovation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MEANING OF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Innovation means introducing new ideas</a:t>
            </a:r>
          </a:p>
          <a:p>
            <a:r>
              <a:rPr lang="en-US" smtClean="0"/>
              <a:t>Involves improved methods</a:t>
            </a:r>
          </a:p>
          <a:p>
            <a:r>
              <a:rPr lang="en-US" smtClean="0"/>
              <a:t>Uses modern technologies</a:t>
            </a:r>
          </a:p>
          <a:p>
            <a:r>
              <a:rPr lang="en-US" smtClean="0"/>
              <a:t>Solves existing problems</a:t>
            </a:r>
          </a:p>
          <a:p>
            <a:r>
              <a:rPr lang="en-US" smtClean="0"/>
              <a:t>Improves efficiency</a:t>
            </a:r>
          </a:p>
          <a:p>
            <a:r>
              <a:rPr lang="en-US" smtClean="0"/>
              <a:t>Reduces operational challenges</a:t>
            </a:r>
          </a:p>
          <a:p>
            <a:r>
              <a:rPr lang="en-US" smtClean="0"/>
              <a:t>Enhances productivity</a:t>
            </a:r>
          </a:p>
          <a:p>
            <a:r>
              <a:rPr lang="en-US" smtClean="0"/>
              <a:t>Driven by Information Technology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2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PROBLEMS WITH TRADITIONAL ATTACHMENT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Dependence on paper records</a:t>
            </a:r>
          </a:p>
          <a:p>
            <a:r>
              <a:rPr lang="en-US" smtClean="0"/>
              <a:t>Physical logbooks easily lost</a:t>
            </a:r>
          </a:p>
          <a:p>
            <a:r>
              <a:rPr lang="en-US" smtClean="0"/>
              <a:t>Reports prone to damage</a:t>
            </a:r>
          </a:p>
          <a:p>
            <a:r>
              <a:rPr lang="en-US" smtClean="0"/>
              <a:t>Slow evaluation processes</a:t>
            </a:r>
          </a:p>
          <a:p>
            <a:r>
              <a:rPr lang="en-US" smtClean="0"/>
              <a:t>Delayed feedback</a:t>
            </a:r>
          </a:p>
          <a:p>
            <a:r>
              <a:rPr lang="en-US" smtClean="0"/>
              <a:t>Difficult student monitoring</a:t>
            </a:r>
          </a:p>
          <a:p>
            <a:r>
              <a:rPr lang="en-US" smtClean="0"/>
              <a:t>Inefficient communication</a:t>
            </a:r>
          </a:p>
          <a:p>
            <a:r>
              <a:rPr lang="en-US" smtClean="0"/>
              <a:t>Poor data accessibility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7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EFFECTS OF THE TRADITIONAL SYSTEM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Time wastage</a:t>
            </a:r>
          </a:p>
          <a:p>
            <a:r>
              <a:rPr lang="en-US" smtClean="0"/>
              <a:t>Increased operational costs</a:t>
            </a:r>
          </a:p>
          <a:p>
            <a:r>
              <a:rPr lang="en-US" smtClean="0"/>
              <a:t>Poor record organization</a:t>
            </a:r>
          </a:p>
          <a:p>
            <a:r>
              <a:rPr lang="en-US" smtClean="0"/>
              <a:t>Limited transparency</a:t>
            </a:r>
          </a:p>
          <a:p>
            <a:r>
              <a:rPr lang="en-US" smtClean="0"/>
              <a:t>Weak accountability</a:t>
            </a:r>
          </a:p>
          <a:p>
            <a:r>
              <a:rPr lang="en-US" smtClean="0"/>
              <a:t>Student frustration</a:t>
            </a:r>
          </a:p>
          <a:p>
            <a:r>
              <a:rPr lang="en-US" smtClean="0"/>
              <a:t>Supervisor workload</a:t>
            </a:r>
          </a:p>
          <a:p>
            <a:r>
              <a:rPr lang="en-US" smtClean="0"/>
              <a:t>Ineffective attachment management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1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INTRODUCTION TO THE DEKUT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Fully web-based system</a:t>
            </a:r>
          </a:p>
          <a:p>
            <a:r>
              <a:rPr lang="en-US" smtClean="0"/>
              <a:t>Digitizes attachment processes</a:t>
            </a:r>
          </a:p>
          <a:p>
            <a:r>
              <a:rPr lang="en-US" smtClean="0"/>
              <a:t>Manages placement details</a:t>
            </a:r>
          </a:p>
          <a:p>
            <a:r>
              <a:rPr lang="en-US" smtClean="0"/>
              <a:t>Handles reporting and evaluation</a:t>
            </a:r>
          </a:p>
          <a:p>
            <a:r>
              <a:rPr lang="en-US" smtClean="0"/>
              <a:t>Connects all stakeholders</a:t>
            </a:r>
          </a:p>
          <a:p>
            <a:r>
              <a:rPr lang="en-US" smtClean="0"/>
              <a:t>Enables remote supervision</a:t>
            </a:r>
          </a:p>
          <a:p>
            <a:r>
              <a:rPr lang="en-US" smtClean="0"/>
              <a:t>Improves data management</a:t>
            </a:r>
          </a:p>
          <a:p>
            <a:r>
              <a:rPr lang="en-US" smtClean="0"/>
              <a:t>Enhances efficiency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1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MAIN SYSTEM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Students participate in attachment</a:t>
            </a:r>
          </a:p>
          <a:p>
            <a:r>
              <a:rPr lang="en-US" smtClean="0"/>
              <a:t>Industry supervisors guide students</a:t>
            </a:r>
          </a:p>
          <a:p>
            <a:r>
              <a:rPr lang="en-US" smtClean="0"/>
              <a:t>University supervisors monitor progress</a:t>
            </a:r>
          </a:p>
          <a:p>
            <a:r>
              <a:rPr lang="en-US" smtClean="0"/>
              <a:t>Students submit reports</a:t>
            </a:r>
          </a:p>
          <a:p>
            <a:r>
              <a:rPr lang="en-US" smtClean="0"/>
              <a:t>Industry supervisors evaluate performance</a:t>
            </a:r>
          </a:p>
          <a:p>
            <a:r>
              <a:rPr lang="en-US" smtClean="0"/>
              <a:t>University supervisors approve work</a:t>
            </a:r>
          </a:p>
          <a:p>
            <a:r>
              <a:rPr lang="en-US" smtClean="0"/>
              <a:t>All users interact digitally</a:t>
            </a:r>
          </a:p>
          <a:p>
            <a:r>
              <a:rPr lang="en-US" smtClean="0"/>
              <a:t>Roles clearly defined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3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STUDENT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Secure user registration</a:t>
            </a:r>
          </a:p>
          <a:p>
            <a:r>
              <a:rPr lang="en-US" smtClean="0"/>
              <a:t>Safe login authentication</a:t>
            </a:r>
          </a:p>
          <a:p>
            <a:r>
              <a:rPr lang="en-US" smtClean="0"/>
              <a:t>Submit placement information</a:t>
            </a:r>
          </a:p>
          <a:p>
            <a:r>
              <a:rPr lang="en-US" smtClean="0"/>
              <a:t>Upload weekly reports</a:t>
            </a:r>
          </a:p>
          <a:p>
            <a:r>
              <a:rPr lang="en-US" smtClean="0"/>
              <a:t>Maintain digital logbooks</a:t>
            </a:r>
          </a:p>
          <a:p>
            <a:r>
              <a:rPr lang="en-US" smtClean="0"/>
              <a:t>Track submission status</a:t>
            </a:r>
          </a:p>
          <a:p>
            <a:r>
              <a:rPr lang="en-US" smtClean="0"/>
              <a:t>Receive supervisor feedback</a:t>
            </a:r>
          </a:p>
          <a:p>
            <a:r>
              <a:rPr lang="en-US" smtClean="0"/>
              <a:t>Access records anytime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6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INDUSTRY SUPERVISOR MODULE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Access assigned students</a:t>
            </a:r>
          </a:p>
          <a:p>
            <a:r>
              <a:rPr lang="en-US" smtClean="0"/>
              <a:t>Monitor student attendance</a:t>
            </a:r>
          </a:p>
          <a:p>
            <a:r>
              <a:rPr lang="en-US" smtClean="0"/>
              <a:t>Evaluate performance online</a:t>
            </a:r>
          </a:p>
          <a:p>
            <a:r>
              <a:rPr lang="en-US" smtClean="0"/>
              <a:t>Submit assessment scores</a:t>
            </a:r>
          </a:p>
          <a:p>
            <a:r>
              <a:rPr lang="en-US" smtClean="0"/>
              <a:t>Provide structured feedback</a:t>
            </a:r>
          </a:p>
          <a:p>
            <a:r>
              <a:rPr lang="en-US" smtClean="0"/>
              <a:t>Reduce paperwork</a:t>
            </a:r>
          </a:p>
          <a:p>
            <a:r>
              <a:rPr lang="en-US" smtClean="0"/>
              <a:t>Improve evaluation accuracy</a:t>
            </a:r>
          </a:p>
          <a:p>
            <a:r>
              <a:rPr lang="en-US" smtClean="0"/>
              <a:t>Save assessment records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89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UNIVERSITY SUPERVISOR MODULE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View supervised students</a:t>
            </a:r>
          </a:p>
          <a:p>
            <a:r>
              <a:rPr lang="en-US" smtClean="0"/>
              <a:t>Monitor progress remotely</a:t>
            </a:r>
          </a:p>
          <a:p>
            <a:r>
              <a:rPr lang="en-US" smtClean="0"/>
              <a:t>Review weekly reports</a:t>
            </a:r>
          </a:p>
          <a:p>
            <a:r>
              <a:rPr lang="en-US" smtClean="0"/>
              <a:t>Approve or reject submissions</a:t>
            </a:r>
          </a:p>
          <a:p>
            <a:r>
              <a:rPr lang="en-US" smtClean="0"/>
              <a:t>Conduct online evaluations</a:t>
            </a:r>
          </a:p>
          <a:p>
            <a:r>
              <a:rPr lang="en-US" smtClean="0"/>
              <a:t>Track attachment performance</a:t>
            </a:r>
          </a:p>
          <a:p>
            <a:r>
              <a:rPr lang="en-US" smtClean="0"/>
              <a:t>Maintain digital records</a:t>
            </a:r>
          </a:p>
          <a:p>
            <a:r>
              <a:rPr lang="en-US" smtClean="0"/>
              <a:t>Improve supervision efficiency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5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KEY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Secure authentication system</a:t>
            </a:r>
          </a:p>
          <a:p>
            <a:r>
              <a:rPr lang="en-US" smtClean="0"/>
              <a:t>Role-based access control</a:t>
            </a:r>
          </a:p>
          <a:p>
            <a:r>
              <a:rPr lang="en-US" smtClean="0"/>
              <a:t>Real-time data availability</a:t>
            </a:r>
          </a:p>
          <a:p>
            <a:r>
              <a:rPr lang="en-US" smtClean="0"/>
              <a:t>Digital document storage</a:t>
            </a:r>
          </a:p>
          <a:p>
            <a:r>
              <a:rPr lang="en-US" smtClean="0"/>
              <a:t>Automated report generation</a:t>
            </a:r>
          </a:p>
          <a:p>
            <a:r>
              <a:rPr lang="en-US" smtClean="0"/>
              <a:t>Online logbook management</a:t>
            </a:r>
          </a:p>
          <a:p>
            <a:r>
              <a:rPr lang="en-US" smtClean="0"/>
              <a:t>Data integrity protection</a:t>
            </a:r>
          </a:p>
          <a:p>
            <a:r>
              <a:rPr lang="en-US" smtClean="0"/>
              <a:t>System scalability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8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BENEFITS TO STUDENTS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Online report submission</a:t>
            </a:r>
          </a:p>
          <a:p>
            <a:r>
              <a:rPr lang="en-US" smtClean="0"/>
              <a:t>Access system from anywhere</a:t>
            </a:r>
          </a:p>
          <a:p>
            <a:r>
              <a:rPr lang="en-US" smtClean="0"/>
              <a:t>Reduced printing costs</a:t>
            </a:r>
          </a:p>
          <a:p>
            <a:r>
              <a:rPr lang="en-US" smtClean="0"/>
              <a:t>Reduced travel expenses</a:t>
            </a:r>
          </a:p>
          <a:p>
            <a:r>
              <a:rPr lang="en-US" smtClean="0"/>
              <a:t>Faster supervisor feedback</a:t>
            </a:r>
          </a:p>
          <a:p>
            <a:r>
              <a:rPr lang="en-US" smtClean="0"/>
              <a:t>Secure academic records</a:t>
            </a:r>
          </a:p>
          <a:p>
            <a:r>
              <a:rPr lang="en-US" smtClean="0"/>
              <a:t>Easy tracking of progress</a:t>
            </a:r>
          </a:p>
          <a:p>
            <a:r>
              <a:rPr lang="en-US" smtClean="0"/>
              <a:t>Improved learning experience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6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BENEFITS TO SUPERVISORS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Reduced paperwork</a:t>
            </a:r>
          </a:p>
          <a:p>
            <a:r>
              <a:rPr lang="en-US" smtClean="0"/>
              <a:t>Easy student monitoring</a:t>
            </a:r>
          </a:p>
          <a:p>
            <a:r>
              <a:rPr lang="en-US" smtClean="0"/>
              <a:t>Faster evaluations</a:t>
            </a:r>
          </a:p>
          <a:p>
            <a:r>
              <a:rPr lang="en-US" smtClean="0"/>
              <a:t>Accurate assessment records</a:t>
            </a:r>
          </a:p>
          <a:p>
            <a:r>
              <a:rPr lang="en-US" smtClean="0"/>
              <a:t>Better communication</a:t>
            </a:r>
          </a:p>
          <a:p>
            <a:r>
              <a:rPr lang="en-US" smtClean="0"/>
              <a:t>Time-saving processes</a:t>
            </a:r>
          </a:p>
          <a:p>
            <a:r>
              <a:rPr lang="en-US" smtClean="0"/>
              <a:t>Improved supervision quality</a:t>
            </a:r>
          </a:p>
          <a:p>
            <a:r>
              <a:rPr lang="en-US" smtClean="0"/>
              <a:t>Increased productivity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0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BENEFITS TO THE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Centralized attachment database</a:t>
            </a:r>
          </a:p>
          <a:p>
            <a:r>
              <a:rPr lang="en-US" smtClean="0"/>
              <a:t>Improved transparency</a:t>
            </a:r>
          </a:p>
          <a:p>
            <a:r>
              <a:rPr lang="en-US" smtClean="0"/>
              <a:t>Enhanced accountability</a:t>
            </a:r>
          </a:p>
          <a:p>
            <a:r>
              <a:rPr lang="en-US" smtClean="0"/>
              <a:t>Reduced administrative workload</a:t>
            </a:r>
          </a:p>
          <a:p>
            <a:r>
              <a:rPr lang="en-US" smtClean="0"/>
              <a:t>Better data management</a:t>
            </a:r>
          </a:p>
          <a:p>
            <a:r>
              <a:rPr lang="en-US" smtClean="0"/>
              <a:t>Improved quality assurance</a:t>
            </a:r>
          </a:p>
          <a:p>
            <a:r>
              <a:rPr lang="en-US" smtClean="0"/>
              <a:t>Easy reporting</a:t>
            </a:r>
          </a:p>
          <a:p>
            <a:r>
              <a:rPr lang="en-US" smtClean="0"/>
              <a:t>Institutional efficiency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79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IMPACT ON HIGHER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Supports digital transformation</a:t>
            </a:r>
          </a:p>
          <a:p>
            <a:r>
              <a:rPr lang="en-US" smtClean="0"/>
              <a:t>Modernizes attachment management</a:t>
            </a:r>
          </a:p>
          <a:p>
            <a:r>
              <a:rPr lang="en-US" smtClean="0"/>
              <a:t>Strengthens industry collaboration</a:t>
            </a:r>
          </a:p>
          <a:p>
            <a:r>
              <a:rPr lang="en-US" smtClean="0"/>
              <a:t>Enhances supervision quality</a:t>
            </a:r>
          </a:p>
          <a:p>
            <a:r>
              <a:rPr lang="en-US" smtClean="0"/>
              <a:t>Improves student preparedness</a:t>
            </a:r>
          </a:p>
          <a:p>
            <a:r>
              <a:rPr lang="en-US" smtClean="0"/>
              <a:t>Encourages ICT adoption</a:t>
            </a:r>
          </a:p>
          <a:p>
            <a:r>
              <a:rPr lang="en-US" smtClean="0"/>
              <a:t>Supports innovation culture</a:t>
            </a:r>
          </a:p>
          <a:p>
            <a:r>
              <a:rPr lang="en-US" smtClean="0"/>
              <a:t>Contributes to national development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35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SYSTEM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Limited internet connectivity</a:t>
            </a:r>
          </a:p>
          <a:p>
            <a:r>
              <a:rPr lang="en-US" smtClean="0"/>
              <a:t>Rural access issues</a:t>
            </a:r>
          </a:p>
          <a:p>
            <a:r>
              <a:rPr lang="en-US" smtClean="0"/>
              <a:t>Low digital literacy</a:t>
            </a:r>
          </a:p>
          <a:p>
            <a:r>
              <a:rPr lang="en-US" smtClean="0"/>
              <a:t>Resistance to new technology</a:t>
            </a:r>
          </a:p>
          <a:p>
            <a:r>
              <a:rPr lang="en-US" smtClean="0"/>
              <a:t>Need for user training</a:t>
            </a:r>
          </a:p>
          <a:p>
            <a:r>
              <a:rPr lang="en-US" smtClean="0"/>
              <a:t>Initial implementation costs</a:t>
            </a:r>
          </a:p>
          <a:p>
            <a:r>
              <a:rPr lang="en-US" smtClean="0"/>
              <a:t>System adoption challenges</a:t>
            </a:r>
          </a:p>
          <a:p>
            <a:r>
              <a:rPr lang="en-US" smtClean="0"/>
              <a:t>Technical support demands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65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SOLUTIONS TO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User training programs</a:t>
            </a:r>
          </a:p>
          <a:p>
            <a:r>
              <a:rPr lang="en-US" smtClean="0"/>
              <a:t>Continuous technical support</a:t>
            </a:r>
          </a:p>
          <a:p>
            <a:r>
              <a:rPr lang="en-US" smtClean="0"/>
              <a:t>Improved ICT infrastructure</a:t>
            </a:r>
          </a:p>
          <a:p>
            <a:r>
              <a:rPr lang="en-US" smtClean="0"/>
              <a:t>Awareness campaigns</a:t>
            </a:r>
          </a:p>
          <a:p>
            <a:r>
              <a:rPr lang="en-US" smtClean="0"/>
              <a:t>User-friendly interface</a:t>
            </a:r>
          </a:p>
          <a:p>
            <a:r>
              <a:rPr lang="en-US" smtClean="0"/>
              <a:t>Gradual system rollout</a:t>
            </a:r>
          </a:p>
          <a:p>
            <a:r>
              <a:rPr lang="en-US" smtClean="0"/>
              <a:t>Policy support</a:t>
            </a:r>
          </a:p>
          <a:p>
            <a:r>
              <a:rPr lang="en-US" smtClean="0"/>
              <a:t>Regular system updates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24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FUTURE ENHANCEMENTS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Mobile application development</a:t>
            </a:r>
          </a:p>
          <a:p>
            <a:r>
              <a:rPr lang="en-US" smtClean="0"/>
              <a:t>SMS and email notifications</a:t>
            </a:r>
          </a:p>
          <a:p>
            <a:r>
              <a:rPr lang="en-US" smtClean="0"/>
              <a:t>Automated reminders</a:t>
            </a:r>
          </a:p>
          <a:p>
            <a:r>
              <a:rPr lang="en-US" smtClean="0"/>
              <a:t>Performance analytics dashboards</a:t>
            </a:r>
          </a:p>
          <a:p>
            <a:r>
              <a:rPr lang="en-US" smtClean="0"/>
              <a:t>Data-driven decision-making</a:t>
            </a:r>
          </a:p>
          <a:p>
            <a:r>
              <a:rPr lang="en-US" smtClean="0"/>
              <a:t>System scalability</a:t>
            </a:r>
          </a:p>
          <a:p>
            <a:r>
              <a:rPr lang="en-US" smtClean="0"/>
              <a:t>Integration with other systems</a:t>
            </a:r>
          </a:p>
          <a:p>
            <a:r>
              <a:rPr lang="en-US" smtClean="0"/>
              <a:t>Adoption by other universities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50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CONCLUSION</a:t>
            </a:r>
            <a:br>
              <a:rPr lang="en-US" b="1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DeKUT system is innovative</a:t>
            </a:r>
          </a:p>
          <a:p>
            <a:r>
              <a:rPr lang="en-US" smtClean="0"/>
              <a:t>Addresses traditional system challenges</a:t>
            </a:r>
          </a:p>
          <a:p>
            <a:r>
              <a:rPr lang="en-US" smtClean="0"/>
              <a:t>Improves efficiency</a:t>
            </a:r>
          </a:p>
          <a:p>
            <a:r>
              <a:rPr lang="en-US" smtClean="0"/>
              <a:t>Enhances transparency</a:t>
            </a:r>
          </a:p>
          <a:p>
            <a:r>
              <a:rPr lang="en-US" smtClean="0"/>
              <a:t>Strengthens accountability</a:t>
            </a:r>
          </a:p>
          <a:p>
            <a:r>
              <a:rPr lang="en-US" smtClean="0"/>
              <a:t>Benefits all stakeholders</a:t>
            </a:r>
          </a:p>
          <a:p>
            <a:r>
              <a:rPr lang="en-US" smtClean="0"/>
              <a:t>Supports digital education</a:t>
            </a:r>
          </a:p>
          <a:p>
            <a:r>
              <a:rPr lang="en-US" smtClean="0"/>
              <a:t>Valuable academic solution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0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496</Words>
  <Application>Microsoft Office PowerPoint</Application>
  <PresentationFormat>Widescreen</PresentationFormat>
  <Paragraphs>163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INNOVATION:DEKUT EXTERNAL ATTACHMENT MANAGEMENT SYSTEM</vt:lpstr>
      <vt:lpstr>INTRODUCTION</vt:lpstr>
      <vt:lpstr>MEANING OF INNOVATION</vt:lpstr>
      <vt:lpstr>PROBLEMS WITH TRADITIONAL ATTACHMENT SYSTEMS</vt:lpstr>
      <vt:lpstr>EFFECTS OF THE TRADITIONAL SYSTEM </vt:lpstr>
      <vt:lpstr>INTRODUCTION TO THE DEKUT SYSTEM</vt:lpstr>
      <vt:lpstr>MAIN SYSTEM STAKEHOLDERS</vt:lpstr>
      <vt:lpstr>STUDENT MODULE</vt:lpstr>
      <vt:lpstr>INDUSTRY SUPERVISOR MODULE</vt:lpstr>
      <vt:lpstr>UNIVERSITY SUPERVISOR MODULE</vt:lpstr>
      <vt:lpstr>KEY SYSTEM FEATURES</vt:lpstr>
      <vt:lpstr>BENEFITS TO STUDENTS </vt:lpstr>
      <vt:lpstr>BENEFITS TO SUPERVISORS </vt:lpstr>
      <vt:lpstr>BENEFITS TO THE UNIVERSITY</vt:lpstr>
      <vt:lpstr>IMPACT ON HIGHER EDUCATION</vt:lpstr>
      <vt:lpstr>SYSTEM CHALLENGES</vt:lpstr>
      <vt:lpstr>SOLUTIONS TO CHALLENGES</vt:lpstr>
      <vt:lpstr>FUTURE ENHANCEMENTS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Marion kinyamasyo</dc:creator>
  <cp:lastModifiedBy>Marion kinyamasyo</cp:lastModifiedBy>
  <cp:revision>4</cp:revision>
  <dcterms:created xsi:type="dcterms:W3CDTF">2026-01-18T20:47:10Z</dcterms:created>
  <dcterms:modified xsi:type="dcterms:W3CDTF">2026-01-26T09:31:04Z</dcterms:modified>
</cp:coreProperties>
</file>